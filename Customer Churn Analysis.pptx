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79" r:id="rId4"/>
    <p:sldId id="280" r:id="rId5"/>
    <p:sldId id="281" r:id="rId6"/>
    <p:sldId id="301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30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wNQJMzCqA62swNwb2B0dOnTd5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3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32F4B-4088-4861-93D0-B204EF4B01A2}" v="13" dt="2025-11-15T10:10:51.373"/>
    <p1510:client id="{C0395EFC-19AB-4EF6-8427-471497F330E0}" v="28" dt="2025-11-14T20:05:48.082"/>
    <p1510:client id="{C53BDD85-3032-41C8-879C-C49E85941145}" v="3" dt="2025-11-15T06:24:39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Satta" userId="08a4f10e4486ebd7" providerId="LiveId" clId="{81A88240-7CC6-4057-9AFC-D1E9DEE6A34E}"/>
    <pc:docChg chg="undo custSel addSld delSld modSld sldOrd">
      <pc:chgData name="Ramesh Satta" userId="08a4f10e4486ebd7" providerId="LiveId" clId="{81A88240-7CC6-4057-9AFC-D1E9DEE6A34E}" dt="2025-11-15T10:43:24.082" v="1888" actId="5793"/>
      <pc:docMkLst>
        <pc:docMk/>
      </pc:docMkLst>
      <pc:sldChg chg="addSp modSp mod">
        <pc:chgData name="Ramesh Satta" userId="08a4f10e4486ebd7" providerId="LiveId" clId="{81A88240-7CC6-4057-9AFC-D1E9DEE6A34E}" dt="2025-11-15T09:12:12.244" v="1801" actId="1076"/>
        <pc:sldMkLst>
          <pc:docMk/>
          <pc:sldMk cId="0" sldId="256"/>
        </pc:sldMkLst>
        <pc:spChg chg="add mod">
          <ac:chgData name="Ramesh Satta" userId="08a4f10e4486ebd7" providerId="LiveId" clId="{81A88240-7CC6-4057-9AFC-D1E9DEE6A34E}" dt="2025-11-14T18:33:58.303" v="39" actId="403"/>
          <ac:spMkLst>
            <pc:docMk/>
            <pc:sldMk cId="0" sldId="256"/>
            <ac:spMk id="2" creationId="{D92C5D69-5252-3FE1-9A9E-17DF50D98339}"/>
          </ac:spMkLst>
        </pc:spChg>
        <pc:spChg chg="add mod">
          <ac:chgData name="Ramesh Satta" userId="08a4f10e4486ebd7" providerId="LiveId" clId="{81A88240-7CC6-4057-9AFC-D1E9DEE6A34E}" dt="2025-11-15T06:00:08.223" v="1470" actId="1076"/>
          <ac:spMkLst>
            <pc:docMk/>
            <pc:sldMk cId="0" sldId="256"/>
            <ac:spMk id="5" creationId="{49B1C9C4-4E66-AF93-083A-3C31C9408D04}"/>
          </ac:spMkLst>
        </pc:spChg>
        <pc:spChg chg="mod">
          <ac:chgData name="Ramesh Satta" userId="08a4f10e4486ebd7" providerId="LiveId" clId="{81A88240-7CC6-4057-9AFC-D1E9DEE6A34E}" dt="2025-11-15T09:12:12.244" v="1801" actId="1076"/>
          <ac:spMkLst>
            <pc:docMk/>
            <pc:sldMk cId="0" sldId="256"/>
            <ac:spMk id="99" creationId="{00000000-0000-0000-0000-000000000000}"/>
          </ac:spMkLst>
        </pc:spChg>
        <pc:picChg chg="add mod">
          <ac:chgData name="Ramesh Satta" userId="08a4f10e4486ebd7" providerId="LiveId" clId="{81A88240-7CC6-4057-9AFC-D1E9DEE6A34E}" dt="2025-11-15T05:59:42.115" v="1460" actId="1440"/>
          <ac:picMkLst>
            <pc:docMk/>
            <pc:sldMk cId="0" sldId="256"/>
            <ac:picMk id="4" creationId="{1CC0AA66-C6CC-1620-C6D7-7B7FCCF22C9F}"/>
          </ac:picMkLst>
        </pc:picChg>
        <pc:picChg chg="mod">
          <ac:chgData name="Ramesh Satta" userId="08a4f10e4486ebd7" providerId="LiveId" clId="{81A88240-7CC6-4057-9AFC-D1E9DEE6A34E}" dt="2025-11-14T18:31:50.876" v="32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addSp modSp mod">
        <pc:chgData name="Ramesh Satta" userId="08a4f10e4486ebd7" providerId="LiveId" clId="{81A88240-7CC6-4057-9AFC-D1E9DEE6A34E}" dt="2025-11-15T10:43:24.082" v="1888" actId="5793"/>
        <pc:sldMkLst>
          <pc:docMk/>
          <pc:sldMk cId="4006919397" sldId="279"/>
        </pc:sldMkLst>
        <pc:spChg chg="add mod">
          <ac:chgData name="Ramesh Satta" userId="08a4f10e4486ebd7" providerId="LiveId" clId="{81A88240-7CC6-4057-9AFC-D1E9DEE6A34E}" dt="2025-11-14T18:44:08.982" v="71" actId="14100"/>
          <ac:spMkLst>
            <pc:docMk/>
            <pc:sldMk cId="4006919397" sldId="279"/>
            <ac:spMk id="2" creationId="{C31F938E-99CE-2BA1-044D-F3229BD3ABE8}"/>
          </ac:spMkLst>
        </pc:spChg>
        <pc:spChg chg="add mod">
          <ac:chgData name="Ramesh Satta" userId="08a4f10e4486ebd7" providerId="LiveId" clId="{81A88240-7CC6-4057-9AFC-D1E9DEE6A34E}" dt="2025-11-15T10:43:24.082" v="1888" actId="5793"/>
          <ac:spMkLst>
            <pc:docMk/>
            <pc:sldMk cId="4006919397" sldId="279"/>
            <ac:spMk id="3" creationId="{CE571311-3CB8-938E-0A46-84EA7D8B2C61}"/>
          </ac:spMkLst>
        </pc:spChg>
        <pc:spChg chg="add mod">
          <ac:chgData name="Ramesh Satta" userId="08a4f10e4486ebd7" providerId="LiveId" clId="{81A88240-7CC6-4057-9AFC-D1E9DEE6A34E}" dt="2025-11-15T08:43:59.201" v="1790" actId="14100"/>
          <ac:spMkLst>
            <pc:docMk/>
            <pc:sldMk cId="4006919397" sldId="279"/>
            <ac:spMk id="4" creationId="{0C38C62A-17CE-7913-BBBB-3AF8D12CABCB}"/>
          </ac:spMkLst>
        </pc:spChg>
      </pc:sldChg>
      <pc:sldChg chg="addSp modSp mod">
        <pc:chgData name="Ramesh Satta" userId="08a4f10e4486ebd7" providerId="LiveId" clId="{81A88240-7CC6-4057-9AFC-D1E9DEE6A34E}" dt="2025-11-15T08:44:25.570" v="1793" actId="403"/>
        <pc:sldMkLst>
          <pc:docMk/>
          <pc:sldMk cId="1290270607" sldId="280"/>
        </pc:sldMkLst>
        <pc:spChg chg="add mod">
          <ac:chgData name="Ramesh Satta" userId="08a4f10e4486ebd7" providerId="LiveId" clId="{81A88240-7CC6-4057-9AFC-D1E9DEE6A34E}" dt="2025-11-15T08:44:25.570" v="1793" actId="403"/>
          <ac:spMkLst>
            <pc:docMk/>
            <pc:sldMk cId="1290270607" sldId="280"/>
            <ac:spMk id="2" creationId="{2D896F86-3F51-B28F-A38B-1CA8DC8FE539}"/>
          </ac:spMkLst>
        </pc:spChg>
        <pc:spChg chg="add mod">
          <ac:chgData name="Ramesh Satta" userId="08a4f10e4486ebd7" providerId="LiveId" clId="{81A88240-7CC6-4057-9AFC-D1E9DEE6A34E}" dt="2025-11-14T19:19:54.975" v="837" actId="113"/>
          <ac:spMkLst>
            <pc:docMk/>
            <pc:sldMk cId="1290270607" sldId="280"/>
            <ac:spMk id="3" creationId="{01EF235B-AE83-C8A4-5718-3245B7359A3F}"/>
          </ac:spMkLst>
        </pc:spChg>
        <pc:spChg chg="add">
          <ac:chgData name="Ramesh Satta" userId="08a4f10e4486ebd7" providerId="LiveId" clId="{81A88240-7CC6-4057-9AFC-D1E9DEE6A34E}" dt="2025-11-14T19:09:38.616" v="706"/>
          <ac:spMkLst>
            <pc:docMk/>
            <pc:sldMk cId="1290270607" sldId="280"/>
            <ac:spMk id="4" creationId="{8999EB78-76A9-8D3B-1872-1B5DB3229231}"/>
          </ac:spMkLst>
        </pc:spChg>
        <pc:spChg chg="add">
          <ac:chgData name="Ramesh Satta" userId="08a4f10e4486ebd7" providerId="LiveId" clId="{81A88240-7CC6-4057-9AFC-D1E9DEE6A34E}" dt="2025-11-14T19:09:49.658" v="710"/>
          <ac:spMkLst>
            <pc:docMk/>
            <pc:sldMk cId="1290270607" sldId="280"/>
            <ac:spMk id="5" creationId="{E5049467-279A-6D8E-77CF-BBFF7BF2D3AC}"/>
          </ac:spMkLst>
        </pc:spChg>
        <pc:spChg chg="add">
          <ac:chgData name="Ramesh Satta" userId="08a4f10e4486ebd7" providerId="LiveId" clId="{81A88240-7CC6-4057-9AFC-D1E9DEE6A34E}" dt="2025-11-14T19:09:55.055" v="712"/>
          <ac:spMkLst>
            <pc:docMk/>
            <pc:sldMk cId="1290270607" sldId="280"/>
            <ac:spMk id="6" creationId="{FF5CE4B0-13F1-76A2-ACAD-069C9B598BB7}"/>
          </ac:spMkLst>
        </pc:spChg>
        <pc:spChg chg="add">
          <ac:chgData name="Ramesh Satta" userId="08a4f10e4486ebd7" providerId="LiveId" clId="{81A88240-7CC6-4057-9AFC-D1E9DEE6A34E}" dt="2025-11-14T19:10:40.928" v="760"/>
          <ac:spMkLst>
            <pc:docMk/>
            <pc:sldMk cId="1290270607" sldId="280"/>
            <ac:spMk id="7" creationId="{77A44B42-80A4-F30F-1B9D-A50E6011B70F}"/>
          </ac:spMkLst>
        </pc:spChg>
      </pc:sldChg>
      <pc:sldChg chg="addSp delSp modSp mod">
        <pc:chgData name="Ramesh Satta" userId="08a4f10e4486ebd7" providerId="LiveId" clId="{81A88240-7CC6-4057-9AFC-D1E9DEE6A34E}" dt="2025-11-15T09:27:33.451" v="1846" actId="20577"/>
        <pc:sldMkLst>
          <pc:docMk/>
          <pc:sldMk cId="356450532" sldId="281"/>
        </pc:sldMkLst>
        <pc:spChg chg="add mod">
          <ac:chgData name="Ramesh Satta" userId="08a4f10e4486ebd7" providerId="LiveId" clId="{81A88240-7CC6-4057-9AFC-D1E9DEE6A34E}" dt="2025-11-14T19:21:57.763" v="880" actId="20577"/>
          <ac:spMkLst>
            <pc:docMk/>
            <pc:sldMk cId="356450532" sldId="281"/>
            <ac:spMk id="2" creationId="{B5CC1F8F-116F-9B82-31FB-6D57D71742EC}"/>
          </ac:spMkLst>
        </pc:spChg>
        <pc:spChg chg="mod">
          <ac:chgData name="Ramesh Satta" userId="08a4f10e4486ebd7" providerId="LiveId" clId="{81A88240-7CC6-4057-9AFC-D1E9DEE6A34E}" dt="2025-11-15T09:27:33.451" v="1846" actId="20577"/>
          <ac:spMkLst>
            <pc:docMk/>
            <pc:sldMk cId="356450532" sldId="281"/>
            <ac:spMk id="3" creationId="{5BCBB2B4-A079-0F00-3DE2-BA8E36DBBC15}"/>
          </ac:spMkLst>
        </pc:spChg>
        <pc:spChg chg="add del mod">
          <ac:chgData name="Ramesh Satta" userId="08a4f10e4486ebd7" providerId="LiveId" clId="{81A88240-7CC6-4057-9AFC-D1E9DEE6A34E}" dt="2025-11-14T19:21:59.884" v="882"/>
          <ac:spMkLst>
            <pc:docMk/>
            <pc:sldMk cId="356450532" sldId="281"/>
            <ac:spMk id="3" creationId="{C27B0CA8-79F3-44F6-D227-129E79020228}"/>
          </ac:spMkLst>
        </pc:spChg>
        <pc:spChg chg="add mod">
          <ac:chgData name="Ramesh Satta" userId="08a4f10e4486ebd7" providerId="LiveId" clId="{81A88240-7CC6-4057-9AFC-D1E9DEE6A34E}" dt="2025-11-14T19:47:53.870" v="1330" actId="1076"/>
          <ac:spMkLst>
            <pc:docMk/>
            <pc:sldMk cId="356450532" sldId="281"/>
            <ac:spMk id="4" creationId="{23044222-25AB-2257-703B-F468553C878C}"/>
          </ac:spMkLst>
        </pc:spChg>
        <pc:spChg chg="add mod">
          <ac:chgData name="Ramesh Satta" userId="08a4f10e4486ebd7" providerId="LiveId" clId="{81A88240-7CC6-4057-9AFC-D1E9DEE6A34E}" dt="2025-11-14T19:48:10.237" v="1333" actId="1076"/>
          <ac:spMkLst>
            <pc:docMk/>
            <pc:sldMk cId="356450532" sldId="281"/>
            <ac:spMk id="5" creationId="{6EE5BA5D-25FF-7447-11E7-7ECD539C8B5D}"/>
          </ac:spMkLst>
        </pc:spChg>
      </pc:sldChg>
      <pc:sldChg chg="addSp delSp modSp mod">
        <pc:chgData name="Ramesh Satta" userId="08a4f10e4486ebd7" providerId="LiveId" clId="{81A88240-7CC6-4057-9AFC-D1E9DEE6A34E}" dt="2025-11-15T10:11:21.088" v="1887" actId="14100"/>
        <pc:sldMkLst>
          <pc:docMk/>
          <pc:sldMk cId="2379975212" sldId="282"/>
        </pc:sldMkLst>
        <pc:spChg chg="add mod">
          <ac:chgData name="Ramesh Satta" userId="08a4f10e4486ebd7" providerId="LiveId" clId="{81A88240-7CC6-4057-9AFC-D1E9DEE6A34E}" dt="2025-11-14T19:56:25.828" v="1422" actId="20577"/>
          <ac:spMkLst>
            <pc:docMk/>
            <pc:sldMk cId="2379975212" sldId="282"/>
            <ac:spMk id="2" creationId="{3CC49826-46C9-BD68-57D3-0B813D7FF8DA}"/>
          </ac:spMkLst>
        </pc:spChg>
        <pc:spChg chg="add mod">
          <ac:chgData name="Ramesh Satta" userId="08a4f10e4486ebd7" providerId="LiveId" clId="{81A88240-7CC6-4057-9AFC-D1E9DEE6A34E}" dt="2025-11-15T10:11:14.664" v="1886" actId="14100"/>
          <ac:spMkLst>
            <pc:docMk/>
            <pc:sldMk cId="2379975212" sldId="282"/>
            <ac:spMk id="3" creationId="{29EB787C-EBE9-A003-C90A-3D2CB692FBE4}"/>
          </ac:spMkLst>
        </pc:spChg>
        <pc:spChg chg="add mod">
          <ac:chgData name="Ramesh Satta" userId="08a4f10e4486ebd7" providerId="LiveId" clId="{81A88240-7CC6-4057-9AFC-D1E9DEE6A34E}" dt="2025-11-15T10:11:21.088" v="1887" actId="14100"/>
          <ac:spMkLst>
            <pc:docMk/>
            <pc:sldMk cId="2379975212" sldId="282"/>
            <ac:spMk id="6" creationId="{4889369C-F61B-CBE2-B195-3DC778B6FD95}"/>
          </ac:spMkLst>
        </pc:spChg>
        <pc:spChg chg="add mod">
          <ac:chgData name="Ramesh Satta" userId="08a4f10e4486ebd7" providerId="LiveId" clId="{81A88240-7CC6-4057-9AFC-D1E9DEE6A34E}" dt="2025-11-15T10:11:02.788" v="1885" actId="14100"/>
          <ac:spMkLst>
            <pc:docMk/>
            <pc:sldMk cId="2379975212" sldId="282"/>
            <ac:spMk id="8" creationId="{4EB3111D-9B9E-5039-5B78-291F4A600D0E}"/>
          </ac:spMkLst>
        </pc:spChg>
        <pc:picChg chg="add mod">
          <ac:chgData name="Ramesh Satta" userId="08a4f10e4486ebd7" providerId="LiveId" clId="{81A88240-7CC6-4057-9AFC-D1E9DEE6A34E}" dt="2025-11-14T19:55:13.106" v="1412" actId="1076"/>
          <ac:picMkLst>
            <pc:docMk/>
            <pc:sldMk cId="2379975212" sldId="282"/>
            <ac:picMk id="4" creationId="{7B961143-BDAC-90D0-BDC8-4B83678863EF}"/>
          </ac:picMkLst>
        </pc:picChg>
        <pc:picChg chg="add mod">
          <ac:chgData name="Ramesh Satta" userId="08a4f10e4486ebd7" providerId="LiveId" clId="{81A88240-7CC6-4057-9AFC-D1E9DEE6A34E}" dt="2025-11-14T19:57:04.246" v="1428" actId="1076"/>
          <ac:picMkLst>
            <pc:docMk/>
            <pc:sldMk cId="2379975212" sldId="282"/>
            <ac:picMk id="6" creationId="{C2BC814B-7739-F8FC-C814-0BC869794304}"/>
          </ac:picMkLst>
        </pc:picChg>
        <pc:picChg chg="add del">
          <ac:chgData name="Ramesh Satta" userId="08a4f10e4486ebd7" providerId="LiveId" clId="{81A88240-7CC6-4057-9AFC-D1E9DEE6A34E}" dt="2025-11-14T19:54:29.476" v="1405" actId="478"/>
          <ac:picMkLst>
            <pc:docMk/>
            <pc:sldMk cId="2379975212" sldId="282"/>
            <ac:picMk id="8" creationId="{D5705CEB-0D17-0672-614F-EA079497DF5B}"/>
          </ac:picMkLst>
        </pc:picChg>
        <pc:picChg chg="add mod">
          <ac:chgData name="Ramesh Satta" userId="08a4f10e4486ebd7" providerId="LiveId" clId="{81A88240-7CC6-4057-9AFC-D1E9DEE6A34E}" dt="2025-11-14T19:56:42.301" v="1426" actId="14100"/>
          <ac:picMkLst>
            <pc:docMk/>
            <pc:sldMk cId="2379975212" sldId="282"/>
            <ac:picMk id="10" creationId="{7BF6E9D1-CBE4-C017-CB93-724F98422158}"/>
          </ac:picMkLst>
        </pc:picChg>
        <pc:picChg chg="add mod">
          <ac:chgData name="Ramesh Satta" userId="08a4f10e4486ebd7" providerId="LiveId" clId="{81A88240-7CC6-4057-9AFC-D1E9DEE6A34E}" dt="2025-11-14T19:57:12.866" v="1429" actId="14100"/>
          <ac:picMkLst>
            <pc:docMk/>
            <pc:sldMk cId="2379975212" sldId="282"/>
            <ac:picMk id="12" creationId="{A9BC7691-B0F2-7A1C-C6E2-547CE3EBB032}"/>
          </ac:picMkLst>
        </pc:picChg>
      </pc:sldChg>
      <pc:sldChg chg="addSp delSp modSp mod">
        <pc:chgData name="Ramesh Satta" userId="08a4f10e4486ebd7" providerId="LiveId" clId="{81A88240-7CC6-4057-9AFC-D1E9DEE6A34E}" dt="2025-11-15T09:38:48.464" v="1871" actId="1076"/>
        <pc:sldMkLst>
          <pc:docMk/>
          <pc:sldMk cId="1723682167" sldId="284"/>
        </pc:sldMkLst>
        <pc:spChg chg="add mod">
          <ac:chgData name="Ramesh Satta" userId="08a4f10e4486ebd7" providerId="LiveId" clId="{81A88240-7CC6-4057-9AFC-D1E9DEE6A34E}" dt="2025-11-15T06:36:14.882" v="1659" actId="14100"/>
          <ac:spMkLst>
            <pc:docMk/>
            <pc:sldMk cId="1723682167" sldId="284"/>
            <ac:spMk id="2" creationId="{5F5C6F63-1693-1645-CD4E-DEAA512B5C98}"/>
          </ac:spMkLst>
        </pc:spChg>
        <pc:picChg chg="add del mod">
          <ac:chgData name="Ramesh Satta" userId="08a4f10e4486ebd7" providerId="LiveId" clId="{81A88240-7CC6-4057-9AFC-D1E9DEE6A34E}" dt="2025-11-15T06:09:30.565" v="1471" actId="478"/>
          <ac:picMkLst>
            <pc:docMk/>
            <pc:sldMk cId="1723682167" sldId="284"/>
            <ac:picMk id="3" creationId="{B77B5990-371B-6262-7F51-743EF4A035B5}"/>
          </ac:picMkLst>
        </pc:picChg>
        <pc:picChg chg="add del mod">
          <ac:chgData name="Ramesh Satta" userId="08a4f10e4486ebd7" providerId="LiveId" clId="{81A88240-7CC6-4057-9AFC-D1E9DEE6A34E}" dt="2025-11-15T06:48:06.459" v="1721" actId="478"/>
          <ac:picMkLst>
            <pc:docMk/>
            <pc:sldMk cId="1723682167" sldId="284"/>
            <ac:picMk id="4" creationId="{AD33F3A7-3160-3991-5B36-2BF3A65259FD}"/>
          </ac:picMkLst>
        </pc:picChg>
        <pc:picChg chg="add mod">
          <ac:chgData name="Ramesh Satta" userId="08a4f10e4486ebd7" providerId="LiveId" clId="{81A88240-7CC6-4057-9AFC-D1E9DEE6A34E}" dt="2025-11-15T09:38:48.464" v="1871" actId="1076"/>
          <ac:picMkLst>
            <pc:docMk/>
            <pc:sldMk cId="1723682167" sldId="284"/>
            <ac:picMk id="4" creationId="{CC88A674-BCA1-2EE0-425E-CBA9BB87AEE8}"/>
          </ac:picMkLst>
        </pc:picChg>
        <pc:picChg chg="add del mod">
          <ac:chgData name="Ramesh Satta" userId="08a4f10e4486ebd7" providerId="LiveId" clId="{81A88240-7CC6-4057-9AFC-D1E9DEE6A34E}" dt="2025-11-15T09:38:03.715" v="1864" actId="478"/>
          <ac:picMkLst>
            <pc:docMk/>
            <pc:sldMk cId="1723682167" sldId="284"/>
            <ac:picMk id="5" creationId="{9D5721C6-324F-5693-B32B-ED326E648812}"/>
          </ac:picMkLst>
        </pc:picChg>
      </pc:sldChg>
      <pc:sldChg chg="addSp delSp modSp mod">
        <pc:chgData name="Ramesh Satta" userId="08a4f10e4486ebd7" providerId="LiveId" clId="{81A88240-7CC6-4057-9AFC-D1E9DEE6A34E}" dt="2025-11-15T09:37:57.851" v="1863" actId="1076"/>
        <pc:sldMkLst>
          <pc:docMk/>
          <pc:sldMk cId="1685771785" sldId="285"/>
        </pc:sldMkLst>
        <pc:spChg chg="add mod">
          <ac:chgData name="Ramesh Satta" userId="08a4f10e4486ebd7" providerId="LiveId" clId="{81A88240-7CC6-4057-9AFC-D1E9DEE6A34E}" dt="2025-11-15T06:36:26.873" v="1662" actId="14100"/>
          <ac:spMkLst>
            <pc:docMk/>
            <pc:sldMk cId="1685771785" sldId="285"/>
            <ac:spMk id="2" creationId="{F4233414-8D6E-107E-D02D-D61BFE7D86D2}"/>
          </ac:spMkLst>
        </pc:spChg>
        <pc:picChg chg="add del mod">
          <ac:chgData name="Ramesh Satta" userId="08a4f10e4486ebd7" providerId="LiveId" clId="{81A88240-7CC6-4057-9AFC-D1E9DEE6A34E}" dt="2025-11-15T06:09:55.025" v="1475" actId="478"/>
          <ac:picMkLst>
            <pc:docMk/>
            <pc:sldMk cId="1685771785" sldId="285"/>
            <ac:picMk id="3" creationId="{CD008800-A412-6174-7A46-491ED2F242F6}"/>
          </ac:picMkLst>
        </pc:picChg>
        <pc:picChg chg="add del mod">
          <ac:chgData name="Ramesh Satta" userId="08a4f10e4486ebd7" providerId="LiveId" clId="{81A88240-7CC6-4057-9AFC-D1E9DEE6A34E}" dt="2025-11-15T09:37:40.486" v="1858" actId="478"/>
          <ac:picMkLst>
            <pc:docMk/>
            <pc:sldMk cId="1685771785" sldId="285"/>
            <ac:picMk id="4" creationId="{4B00834C-858C-BC82-93C5-77110DDFF48E}"/>
          </ac:picMkLst>
        </pc:picChg>
        <pc:picChg chg="add mod">
          <ac:chgData name="Ramesh Satta" userId="08a4f10e4486ebd7" providerId="LiveId" clId="{81A88240-7CC6-4057-9AFC-D1E9DEE6A34E}" dt="2025-11-15T09:37:57.851" v="1863" actId="1076"/>
          <ac:picMkLst>
            <pc:docMk/>
            <pc:sldMk cId="1685771785" sldId="285"/>
            <ac:picMk id="5" creationId="{15B0380A-1DAA-16FD-9B8B-BF2ACB907C4F}"/>
          </ac:picMkLst>
        </pc:picChg>
      </pc:sldChg>
      <pc:sldChg chg="addSp delSp modSp mod">
        <pc:chgData name="Ramesh Satta" userId="08a4f10e4486ebd7" providerId="LiveId" clId="{81A88240-7CC6-4057-9AFC-D1E9DEE6A34E}" dt="2025-11-15T09:37:25.039" v="1857" actId="1076"/>
        <pc:sldMkLst>
          <pc:docMk/>
          <pc:sldMk cId="857576997" sldId="286"/>
        </pc:sldMkLst>
        <pc:spChg chg="add mod">
          <ac:chgData name="Ramesh Satta" userId="08a4f10e4486ebd7" providerId="LiveId" clId="{81A88240-7CC6-4057-9AFC-D1E9DEE6A34E}" dt="2025-11-15T06:36:36.437" v="1665" actId="14100"/>
          <ac:spMkLst>
            <pc:docMk/>
            <pc:sldMk cId="857576997" sldId="286"/>
            <ac:spMk id="2" creationId="{4822D8B2-D6F8-1E5A-858F-7E7E7868CE94}"/>
          </ac:spMkLst>
        </pc:spChg>
        <pc:picChg chg="add del mod">
          <ac:chgData name="Ramesh Satta" userId="08a4f10e4486ebd7" providerId="LiveId" clId="{81A88240-7CC6-4057-9AFC-D1E9DEE6A34E}" dt="2025-11-15T06:12:32.418" v="1486" actId="478"/>
          <ac:picMkLst>
            <pc:docMk/>
            <pc:sldMk cId="857576997" sldId="286"/>
            <ac:picMk id="3" creationId="{86056899-8621-8287-7A71-8C6749557945}"/>
          </ac:picMkLst>
        </pc:picChg>
        <pc:picChg chg="add del mod">
          <ac:chgData name="Ramesh Satta" userId="08a4f10e4486ebd7" providerId="LiveId" clId="{81A88240-7CC6-4057-9AFC-D1E9DEE6A34E}" dt="2025-11-15T09:37:09.281" v="1852" actId="478"/>
          <ac:picMkLst>
            <pc:docMk/>
            <pc:sldMk cId="857576997" sldId="286"/>
            <ac:picMk id="4" creationId="{57AE91B3-687A-5230-D611-2B20FF47A508}"/>
          </ac:picMkLst>
        </pc:picChg>
        <pc:picChg chg="add mod">
          <ac:chgData name="Ramesh Satta" userId="08a4f10e4486ebd7" providerId="LiveId" clId="{81A88240-7CC6-4057-9AFC-D1E9DEE6A34E}" dt="2025-11-15T09:37:25.039" v="1857" actId="1076"/>
          <ac:picMkLst>
            <pc:docMk/>
            <pc:sldMk cId="857576997" sldId="286"/>
            <ac:picMk id="5" creationId="{91C95F2D-D1F7-E1AF-A29B-7D6263DBF736}"/>
          </ac:picMkLst>
        </pc:picChg>
      </pc:sldChg>
      <pc:sldChg chg="addSp delSp modSp mod">
        <pc:chgData name="Ramesh Satta" userId="08a4f10e4486ebd7" providerId="LiveId" clId="{81A88240-7CC6-4057-9AFC-D1E9DEE6A34E}" dt="2025-11-15T08:34:19.773" v="1725" actId="20577"/>
        <pc:sldMkLst>
          <pc:docMk/>
          <pc:sldMk cId="3115188453" sldId="287"/>
        </pc:sldMkLst>
        <pc:spChg chg="add mod">
          <ac:chgData name="Ramesh Satta" userId="08a4f10e4486ebd7" providerId="LiveId" clId="{81A88240-7CC6-4057-9AFC-D1E9DEE6A34E}" dt="2025-11-15T08:34:19.773" v="1725" actId="20577"/>
          <ac:spMkLst>
            <pc:docMk/>
            <pc:sldMk cId="3115188453" sldId="287"/>
            <ac:spMk id="2" creationId="{1B697254-7BE8-B2BA-9875-2C0C7B012B08}"/>
          </ac:spMkLst>
        </pc:spChg>
        <pc:picChg chg="add del">
          <ac:chgData name="Ramesh Satta" userId="08a4f10e4486ebd7" providerId="LiveId" clId="{81A88240-7CC6-4057-9AFC-D1E9DEE6A34E}" dt="2025-11-14T20:05:44.696" v="1445" actId="22"/>
          <ac:picMkLst>
            <pc:docMk/>
            <pc:sldMk cId="3115188453" sldId="287"/>
            <ac:picMk id="4" creationId="{28D49412-6C20-707E-0876-2B3B07468B42}"/>
          </ac:picMkLst>
        </pc:picChg>
      </pc:sldChg>
      <pc:sldChg chg="modSp mod">
        <pc:chgData name="Ramesh Satta" userId="08a4f10e4486ebd7" providerId="LiveId" clId="{81A88240-7CC6-4057-9AFC-D1E9DEE6A34E}" dt="2025-11-15T09:28:30.758" v="1849" actId="113"/>
        <pc:sldMkLst>
          <pc:docMk/>
          <pc:sldMk cId="3821785310" sldId="291"/>
        </pc:sldMkLst>
        <pc:spChg chg="mod">
          <ac:chgData name="Ramesh Satta" userId="08a4f10e4486ebd7" providerId="LiveId" clId="{81A88240-7CC6-4057-9AFC-D1E9DEE6A34E}" dt="2025-11-15T09:28:30.758" v="1849" actId="113"/>
          <ac:spMkLst>
            <pc:docMk/>
            <pc:sldMk cId="3821785310" sldId="291"/>
            <ac:spMk id="3" creationId="{75370692-2962-760F-C895-6353FDF8154E}"/>
          </ac:spMkLst>
        </pc:spChg>
      </pc:sldChg>
      <pc:sldChg chg="modSp mod">
        <pc:chgData name="Ramesh Satta" userId="08a4f10e4486ebd7" providerId="LiveId" clId="{81A88240-7CC6-4057-9AFC-D1E9DEE6A34E}" dt="2025-11-15T09:28:44.634" v="1851" actId="113"/>
        <pc:sldMkLst>
          <pc:docMk/>
          <pc:sldMk cId="339324754" sldId="292"/>
        </pc:sldMkLst>
        <pc:spChg chg="mod">
          <ac:chgData name="Ramesh Satta" userId="08a4f10e4486ebd7" providerId="LiveId" clId="{81A88240-7CC6-4057-9AFC-D1E9DEE6A34E}" dt="2025-11-15T09:28:44.634" v="1851" actId="113"/>
          <ac:spMkLst>
            <pc:docMk/>
            <pc:sldMk cId="339324754" sldId="292"/>
            <ac:spMk id="3" creationId="{43891713-FDB0-A959-61EA-E80A525576C0}"/>
          </ac:spMkLst>
        </pc:spChg>
      </pc:sldChg>
      <pc:sldChg chg="addSp delSp modSp mod">
        <pc:chgData name="Ramesh Satta" userId="08a4f10e4486ebd7" providerId="LiveId" clId="{81A88240-7CC6-4057-9AFC-D1E9DEE6A34E}" dt="2025-11-15T09:41:07.074" v="1877" actId="1076"/>
        <pc:sldMkLst>
          <pc:docMk/>
          <pc:sldMk cId="3342982937" sldId="294"/>
        </pc:sldMkLst>
        <pc:picChg chg="add del mod">
          <ac:chgData name="Ramesh Satta" userId="08a4f10e4486ebd7" providerId="LiveId" clId="{81A88240-7CC6-4057-9AFC-D1E9DEE6A34E}" dt="2025-11-15T09:41:01.271" v="1875" actId="478"/>
          <ac:picMkLst>
            <pc:docMk/>
            <pc:sldMk cId="3342982937" sldId="294"/>
            <ac:picMk id="4" creationId="{3C6FBA89-3432-A323-2A02-DA9AD88332ED}"/>
          </ac:picMkLst>
        </pc:picChg>
        <pc:picChg chg="del">
          <ac:chgData name="Ramesh Satta" userId="08a4f10e4486ebd7" providerId="LiveId" clId="{81A88240-7CC6-4057-9AFC-D1E9DEE6A34E}" dt="2025-11-15T09:39:33.830" v="1872" actId="478"/>
          <ac:picMkLst>
            <pc:docMk/>
            <pc:sldMk cId="3342982937" sldId="294"/>
            <ac:picMk id="5" creationId="{A9523230-E056-0DFD-9463-272AFB10C5D0}"/>
          </ac:picMkLst>
        </pc:picChg>
        <pc:picChg chg="add mod">
          <ac:chgData name="Ramesh Satta" userId="08a4f10e4486ebd7" providerId="LiveId" clId="{81A88240-7CC6-4057-9AFC-D1E9DEE6A34E}" dt="2025-11-15T09:41:07.074" v="1877" actId="1076"/>
          <ac:picMkLst>
            <pc:docMk/>
            <pc:sldMk cId="3342982937" sldId="294"/>
            <ac:picMk id="7" creationId="{CFA37D14-D49A-5891-0F1A-BC711C04D499}"/>
          </ac:picMkLst>
        </pc:picChg>
      </pc:sldChg>
      <pc:sldChg chg="modSp mod">
        <pc:chgData name="Ramesh Satta" userId="08a4f10e4486ebd7" providerId="LiveId" clId="{81A88240-7CC6-4057-9AFC-D1E9DEE6A34E}" dt="2025-11-15T06:17:30.978" v="1499" actId="20577"/>
        <pc:sldMkLst>
          <pc:docMk/>
          <pc:sldMk cId="699916040" sldId="295"/>
        </pc:sldMkLst>
        <pc:spChg chg="mod">
          <ac:chgData name="Ramesh Satta" userId="08a4f10e4486ebd7" providerId="LiveId" clId="{81A88240-7CC6-4057-9AFC-D1E9DEE6A34E}" dt="2025-11-15T06:17:30.978" v="1499" actId="20577"/>
          <ac:spMkLst>
            <pc:docMk/>
            <pc:sldMk cId="699916040" sldId="295"/>
            <ac:spMk id="3" creationId="{142C2B9A-EC36-73EF-3AE0-C0700D48185A}"/>
          </ac:spMkLst>
        </pc:spChg>
      </pc:sldChg>
      <pc:sldChg chg="addSp modSp mod">
        <pc:chgData name="Ramesh Satta" userId="08a4f10e4486ebd7" providerId="LiveId" clId="{81A88240-7CC6-4057-9AFC-D1E9DEE6A34E}" dt="2025-11-15T06:26:12.359" v="1523" actId="1076"/>
        <pc:sldMkLst>
          <pc:docMk/>
          <pc:sldMk cId="3614886243" sldId="296"/>
        </pc:sldMkLst>
        <pc:spChg chg="mod">
          <ac:chgData name="Ramesh Satta" userId="08a4f10e4486ebd7" providerId="LiveId" clId="{81A88240-7CC6-4057-9AFC-D1E9DEE6A34E}" dt="2025-11-15T06:25:48.249" v="1519" actId="1076"/>
          <ac:spMkLst>
            <pc:docMk/>
            <pc:sldMk cId="3614886243" sldId="296"/>
            <ac:spMk id="5" creationId="{D7EAA41B-E070-1C11-52DE-97558D653343}"/>
          </ac:spMkLst>
        </pc:spChg>
        <pc:spChg chg="add mod">
          <ac:chgData name="Ramesh Satta" userId="08a4f10e4486ebd7" providerId="LiveId" clId="{81A88240-7CC6-4057-9AFC-D1E9DEE6A34E}" dt="2025-11-15T06:25:43.236" v="1518" actId="1076"/>
          <ac:spMkLst>
            <pc:docMk/>
            <pc:sldMk cId="3614886243" sldId="296"/>
            <ac:spMk id="6" creationId="{EB3271BA-9363-1952-7FBB-18D1392AB45C}"/>
          </ac:spMkLst>
        </pc:spChg>
        <pc:picChg chg="add mod">
          <ac:chgData name="Ramesh Satta" userId="08a4f10e4486ebd7" providerId="LiveId" clId="{81A88240-7CC6-4057-9AFC-D1E9DEE6A34E}" dt="2025-11-15T06:26:12.359" v="1523" actId="1076"/>
          <ac:picMkLst>
            <pc:docMk/>
            <pc:sldMk cId="3614886243" sldId="296"/>
            <ac:picMk id="3" creationId="{1275F802-7BB5-39A8-F09F-C16A4C58FEF7}"/>
          </ac:picMkLst>
        </pc:picChg>
      </pc:sldChg>
      <pc:sldChg chg="del">
        <pc:chgData name="Ramesh Satta" userId="08a4f10e4486ebd7" providerId="LiveId" clId="{81A88240-7CC6-4057-9AFC-D1E9DEE6A34E}" dt="2025-11-15T06:26:47.512" v="1524" actId="47"/>
        <pc:sldMkLst>
          <pc:docMk/>
          <pc:sldMk cId="3532406190" sldId="298"/>
        </pc:sldMkLst>
      </pc:sldChg>
      <pc:sldChg chg="addSp modSp del mod ord setBg">
        <pc:chgData name="Ramesh Satta" userId="08a4f10e4486ebd7" providerId="LiveId" clId="{81A88240-7CC6-4057-9AFC-D1E9DEE6A34E}" dt="2025-11-15T06:33:23.191" v="1536" actId="2696"/>
        <pc:sldMkLst>
          <pc:docMk/>
          <pc:sldMk cId="4140096032" sldId="299"/>
        </pc:sldMkLst>
        <pc:spChg chg="add">
          <ac:chgData name="Ramesh Satta" userId="08a4f10e4486ebd7" providerId="LiveId" clId="{81A88240-7CC6-4057-9AFC-D1E9DEE6A34E}" dt="2025-11-15T06:30:03.578" v="1529" actId="26606"/>
          <ac:spMkLst>
            <pc:docMk/>
            <pc:sldMk cId="4140096032" sldId="299"/>
            <ac:spMk id="8" creationId="{32BC26D8-82FB-445E-AA49-62A77D7C1EE0}"/>
          </ac:spMkLst>
        </pc:spChg>
        <pc:spChg chg="add">
          <ac:chgData name="Ramesh Satta" userId="08a4f10e4486ebd7" providerId="LiveId" clId="{81A88240-7CC6-4057-9AFC-D1E9DEE6A34E}" dt="2025-11-15T06:30:03.578" v="1529" actId="26606"/>
          <ac:spMkLst>
            <pc:docMk/>
            <pc:sldMk cId="4140096032" sldId="299"/>
            <ac:spMk id="10" creationId="{CB44330D-EA18-4254-AA95-EB49948539B8}"/>
          </ac:spMkLst>
        </pc:spChg>
        <pc:picChg chg="add mod">
          <ac:chgData name="Ramesh Satta" userId="08a4f10e4486ebd7" providerId="LiveId" clId="{81A88240-7CC6-4057-9AFC-D1E9DEE6A34E}" dt="2025-11-15T06:30:13.620" v="1531" actId="1076"/>
          <ac:picMkLst>
            <pc:docMk/>
            <pc:sldMk cId="4140096032" sldId="299"/>
            <ac:picMk id="3" creationId="{2B09C98B-8910-6D2E-6855-A8A15BEDDED1}"/>
          </ac:picMkLst>
        </pc:picChg>
      </pc:sldChg>
      <pc:sldChg chg="addSp delSp modSp add mod">
        <pc:chgData name="Ramesh Satta" userId="08a4f10e4486ebd7" providerId="LiveId" clId="{81A88240-7CC6-4057-9AFC-D1E9DEE6A34E}" dt="2025-11-15T08:48:05.194" v="1795" actId="207"/>
        <pc:sldMkLst>
          <pc:docMk/>
          <pc:sldMk cId="3286908112" sldId="300"/>
        </pc:sldMkLst>
        <pc:spChg chg="add del">
          <ac:chgData name="Ramesh Satta" userId="08a4f10e4486ebd7" providerId="LiveId" clId="{81A88240-7CC6-4057-9AFC-D1E9DEE6A34E}" dt="2025-11-15T06:40:43.194" v="1669" actId="478"/>
          <ac:spMkLst>
            <pc:docMk/>
            <pc:sldMk cId="3286908112" sldId="300"/>
            <ac:spMk id="3" creationId="{DA8D19EB-7B75-68B1-F0A1-77514CABDA60}"/>
          </ac:spMkLst>
        </pc:spChg>
        <pc:spChg chg="add mod">
          <ac:chgData name="Ramesh Satta" userId="08a4f10e4486ebd7" providerId="LiveId" clId="{81A88240-7CC6-4057-9AFC-D1E9DEE6A34E}" dt="2025-11-15T08:48:05.194" v="1795" actId="207"/>
          <ac:spMkLst>
            <pc:docMk/>
            <pc:sldMk cId="3286908112" sldId="300"/>
            <ac:spMk id="4" creationId="{77E1A309-F3DD-F86B-66E0-93C87F60F366}"/>
          </ac:spMkLst>
        </pc:spChg>
        <pc:spChg chg="add mod ord">
          <ac:chgData name="Ramesh Satta" userId="08a4f10e4486ebd7" providerId="LiveId" clId="{81A88240-7CC6-4057-9AFC-D1E9DEE6A34E}" dt="2025-11-15T08:47:58.042" v="1794" actId="207"/>
          <ac:spMkLst>
            <pc:docMk/>
            <pc:sldMk cId="3286908112" sldId="300"/>
            <ac:spMk id="5" creationId="{BEF3503B-6FEC-8F36-9AA3-F1A526EBB6A9}"/>
          </ac:spMkLst>
        </pc:spChg>
        <pc:graphicFrameChg chg="add del">
          <ac:chgData name="Ramesh Satta" userId="08a4f10e4486ebd7" providerId="LiveId" clId="{81A88240-7CC6-4057-9AFC-D1E9DEE6A34E}" dt="2025-11-15T06:37:47.552" v="1667" actId="478"/>
          <ac:graphicFrameMkLst>
            <pc:docMk/>
            <pc:sldMk cId="3286908112" sldId="300"/>
            <ac:graphicFrameMk id="2" creationId="{911C1488-B98D-702A-0349-C0DD371330DE}"/>
          </ac:graphicFrameMkLst>
        </pc:graphicFrameChg>
      </pc:sldChg>
      <pc:sldChg chg="addSp modSp add mod ord">
        <pc:chgData name="Ramesh Satta" userId="08a4f10e4486ebd7" providerId="LiveId" clId="{81A88240-7CC6-4057-9AFC-D1E9DEE6A34E}" dt="2025-11-15T06:34:47.404" v="1620" actId="14100"/>
        <pc:sldMkLst>
          <pc:docMk/>
          <pc:sldMk cId="501043868" sldId="301"/>
        </pc:sldMkLst>
        <pc:spChg chg="add mod">
          <ac:chgData name="Ramesh Satta" userId="08a4f10e4486ebd7" providerId="LiveId" clId="{81A88240-7CC6-4057-9AFC-D1E9DEE6A34E}" dt="2025-11-15T06:34:47.404" v="1620" actId="14100"/>
          <ac:spMkLst>
            <pc:docMk/>
            <pc:sldMk cId="501043868" sldId="301"/>
            <ac:spMk id="2" creationId="{0FE69C6E-63D7-AE8D-4C8F-0CC4E0CA4748}"/>
          </ac:spMkLst>
        </pc:spChg>
        <pc:picChg chg="add mod">
          <ac:chgData name="Ramesh Satta" userId="08a4f10e4486ebd7" providerId="LiveId" clId="{81A88240-7CC6-4057-9AFC-D1E9DEE6A34E}" dt="2025-11-15T06:33:40.156" v="1540" actId="14100"/>
          <ac:picMkLst>
            <pc:docMk/>
            <pc:sldMk cId="501043868" sldId="301"/>
            <ac:picMk id="3" creationId="{8F4D1B7D-E14F-B840-D9FA-B2583AE821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3007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508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3375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F8BD-E967-3530-C772-9E1DCBA4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4A23C-A2D3-7DD3-18E9-68793F5440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269BD-B669-E335-1792-6BBA534AD1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69259-5465-ED5C-0F8C-7B3FC23E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478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7BC8-BB4F-64E9-AD4D-BF428095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074FC-16CA-1DF6-FD3C-2C6C810F15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E2F9A-A215-F8EF-8EF3-31A93419EF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0161A-165E-2F2F-883A-9DD09F5451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69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0030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510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6991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4725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1059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61224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2591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33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41704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807585" y="3570502"/>
            <a:ext cx="4576824" cy="60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Churn Analysis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C5D69-5252-3FE1-9A9E-17DF50D98339}"/>
              </a:ext>
            </a:extLst>
          </p:cNvPr>
          <p:cNvSpPr txBox="1"/>
          <p:nvPr/>
        </p:nvSpPr>
        <p:spPr>
          <a:xfrm>
            <a:off x="8711381" y="5248619"/>
            <a:ext cx="2163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Ramesh Satta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0AA66-C6CC-1620-C6D7-7B7FCCF22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715" y="4715626"/>
            <a:ext cx="1925045" cy="1117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B1C9C4-4E66-AF93-083A-3C31C9408D04}"/>
              </a:ext>
            </a:extLst>
          </p:cNvPr>
          <p:cNvSpPr txBox="1"/>
          <p:nvPr/>
        </p:nvSpPr>
        <p:spPr>
          <a:xfrm>
            <a:off x="4945626" y="4407849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1F938E-99CE-2BA1-044D-F3229BD3ABE8}"/>
              </a:ext>
            </a:extLst>
          </p:cNvPr>
          <p:cNvSpPr txBox="1"/>
          <p:nvPr/>
        </p:nvSpPr>
        <p:spPr>
          <a:xfrm>
            <a:off x="2074606" y="403124"/>
            <a:ext cx="3097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IN" sz="2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71311-3CB8-938E-0A46-84EA7D8B2C61}"/>
              </a:ext>
            </a:extLst>
          </p:cNvPr>
          <p:cNvSpPr txBox="1"/>
          <p:nvPr/>
        </p:nvSpPr>
        <p:spPr>
          <a:xfrm>
            <a:off x="2074605" y="1097794"/>
            <a:ext cx="85540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Churn Analysis?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 companies face revenue loss when customers discontinue services. The goal is to measure churn,  identify key drivers, segment high-risk customers, and build predictive retention strategies.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C62A-17CE-7913-BBBB-3AF8D12CABCB}"/>
              </a:ext>
            </a:extLst>
          </p:cNvPr>
          <p:cNvSpPr txBox="1"/>
          <p:nvPr/>
        </p:nvSpPr>
        <p:spPr>
          <a:xfrm>
            <a:off x="2074606" y="2592683"/>
            <a:ext cx="855406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Questions:</a:t>
            </a:r>
          </a:p>
          <a:p>
            <a:pPr marL="285750" indent="-285750">
              <a:lnSpc>
                <a:spcPct val="150000"/>
              </a:lnSpc>
              <a:buClr>
                <a:srgbClr val="EE0000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overall business impact of customer churn?</a:t>
            </a:r>
          </a:p>
          <a:p>
            <a:pPr marL="285750" indent="-285750">
              <a:lnSpc>
                <a:spcPct val="150000"/>
              </a:lnSpc>
              <a:buClr>
                <a:srgbClr val="EE0000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top statistical drivers that predict churn? </a:t>
            </a:r>
          </a:p>
          <a:p>
            <a:pPr marL="285750" indent="-285750">
              <a:lnSpc>
                <a:spcPct val="150000"/>
              </a:lnSpc>
              <a:buClr>
                <a:srgbClr val="EE0000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we losing our most valuable customers?</a:t>
            </a:r>
          </a:p>
          <a:p>
            <a:pPr marL="285750" indent="-285750">
              <a:lnSpc>
                <a:spcPct val="150000"/>
              </a:lnSpc>
              <a:buClr>
                <a:srgbClr val="EE0000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revenue can we save if churn is reduced by X%?</a:t>
            </a:r>
          </a:p>
          <a:p>
            <a:pPr marL="285750" indent="-285750">
              <a:lnSpc>
                <a:spcPct val="150000"/>
              </a:lnSpc>
              <a:buClr>
                <a:srgbClr val="EE0000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 segments should we prioritize for retention?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919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6B9E-3175-D725-2A61-A19EB976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896F86-3F51-B28F-A38B-1CA8DC8FE539}"/>
              </a:ext>
            </a:extLst>
          </p:cNvPr>
          <p:cNvSpPr txBox="1"/>
          <p:nvPr/>
        </p:nvSpPr>
        <p:spPr>
          <a:xfrm>
            <a:off x="2324100" y="781764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Summary</a:t>
            </a:r>
            <a:endParaRPr lang="en-IN" sz="2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F235B-AE83-C8A4-5718-3245B7359A3F}"/>
              </a:ext>
            </a:extLst>
          </p:cNvPr>
          <p:cNvSpPr txBox="1"/>
          <p:nvPr/>
        </p:nvSpPr>
        <p:spPr>
          <a:xfrm>
            <a:off x="2324100" y="1243429"/>
            <a:ext cx="8350363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Records: 7,043 customers</a:t>
            </a: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Fields: 21 columns (10 categorical, 11 numerical)</a:t>
            </a:r>
          </a:p>
          <a:p>
            <a:pPr>
              <a:buClr>
                <a:srgbClr val="EE0000"/>
              </a:buCl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Data Categories</a:t>
            </a:r>
          </a:p>
          <a:p>
            <a:pPr>
              <a:buClr>
                <a:srgbClr val="EE0000"/>
              </a:buClr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Profile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gender,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SeniorCitizen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Partner, Dependents</a:t>
            </a:r>
          </a:p>
          <a:p>
            <a:pPr>
              <a:buClr>
                <a:srgbClr val="EE0000"/>
              </a:buClr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 &amp; Subscription Details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 (0–72 months)</a:t>
            </a: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(Month-to-month / One year / Two year)</a:t>
            </a: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PaperlessBilling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PaymentMethod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Usage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PhoneService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MultipleLines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InternetService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(DSL / Fiber optic / None)</a:t>
            </a: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Add-on services: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OnlineBackup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DeviceProtection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TechSupport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StreamingTV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StreamingMovies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Billing &amp; Revenue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MonthlyCharges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Clr>
                <a:srgbClr val="EE0000"/>
              </a:buClr>
              <a:buFont typeface="Wingdings" panose="05000000000000000000" pitchFamily="2" charset="2"/>
              <a:buChar char="v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270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2F50-0B69-186B-5ACA-A978CA6D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CC1F8F-116F-9B82-31FB-6D57D71742EC}"/>
              </a:ext>
            </a:extLst>
          </p:cNvPr>
          <p:cNvSpPr txBox="1"/>
          <p:nvPr/>
        </p:nvSpPr>
        <p:spPr>
          <a:xfrm>
            <a:off x="2209800" y="695325"/>
            <a:ext cx="4257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and quality check</a:t>
            </a:r>
            <a:endParaRPr lang="en-IN" sz="24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44222-25AB-2257-703B-F468553C878C}"/>
              </a:ext>
            </a:extLst>
          </p:cNvPr>
          <p:cNvSpPr txBox="1"/>
          <p:nvPr/>
        </p:nvSpPr>
        <p:spPr>
          <a:xfrm>
            <a:off x="2209800" y="1297989"/>
            <a:ext cx="6118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null values with “0” in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column.</a:t>
            </a: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“No internet service” with “No” in below columns: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5BA5D-25FF-7447-11E7-7ECD539C8B5D}"/>
              </a:ext>
            </a:extLst>
          </p:cNvPr>
          <p:cNvSpPr txBox="1"/>
          <p:nvPr/>
        </p:nvSpPr>
        <p:spPr>
          <a:xfrm>
            <a:off x="2657475" y="1870085"/>
            <a:ext cx="19287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OnlineBackup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DeviceProtection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TechSupport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StreamingTV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StreamingMovies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BB2B4-A079-0F00-3DE2-BA8E36DBBC15}"/>
              </a:ext>
            </a:extLst>
          </p:cNvPr>
          <p:cNvSpPr txBox="1"/>
          <p:nvPr/>
        </p:nvSpPr>
        <p:spPr>
          <a:xfrm>
            <a:off x="2253505" y="3447119"/>
            <a:ext cx="65742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valid values in all categorical fields</a:t>
            </a: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had blanks for tenure = 0 → cleaned &amp; recalculated</a:t>
            </a: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 Buckets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analysis</a:t>
            </a: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there are no duplicate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EE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service columns normalized (Yes / No )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5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C99D-1A31-D5D7-DD06-3F54EAA8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D1B7D-E14F-B840-D9FA-B2583AE8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3" y="1624748"/>
            <a:ext cx="11355615" cy="40386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E69C6E-63D7-AE8D-4C8F-0CC4E0CA4748}"/>
              </a:ext>
            </a:extLst>
          </p:cNvPr>
          <p:cNvSpPr txBox="1"/>
          <p:nvPr/>
        </p:nvSpPr>
        <p:spPr>
          <a:xfrm>
            <a:off x="1887794" y="993058"/>
            <a:ext cx="2369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Dataset (CSV)</a:t>
            </a:r>
            <a:endParaRPr lang="en-IN" sz="20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04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745A-0EB2-CCBA-E143-FC7DF17D4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49826-46C9-BD68-57D3-0B813D7FF8DA}"/>
              </a:ext>
            </a:extLst>
          </p:cNvPr>
          <p:cNvSpPr txBox="1"/>
          <p:nvPr/>
        </p:nvSpPr>
        <p:spPr>
          <a:xfrm>
            <a:off x="2028825" y="457201"/>
            <a:ext cx="7443941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measures, calculated columns and Supporting tables </a:t>
            </a:r>
            <a:endParaRPr lang="en-IN" sz="24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61143-BDAC-90D0-BDC8-4B836788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1275428"/>
            <a:ext cx="2628900" cy="521273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6AF80D0-AC15-1F7C-67DE-10505FC0590A}"/>
              </a:ext>
            </a:extLst>
          </p:cNvPr>
          <p:cNvGrpSpPr/>
          <p:nvPr/>
        </p:nvGrpSpPr>
        <p:grpSpPr>
          <a:xfrm>
            <a:off x="4714875" y="1275428"/>
            <a:ext cx="3376612" cy="3848427"/>
            <a:chOff x="4795656" y="1807913"/>
            <a:chExt cx="3376612" cy="384842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BF6E9D1-CBE4-C017-CB93-724F98422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5656" y="1807913"/>
              <a:ext cx="3376612" cy="15049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CAF8500-278C-2893-345D-D21B4E9EE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5656" y="3312863"/>
              <a:ext cx="3376612" cy="2343477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463E1B9-FFB1-1932-E6E9-FC6CE9D7D478}"/>
              </a:ext>
            </a:extLst>
          </p:cNvPr>
          <p:cNvSpPr txBox="1"/>
          <p:nvPr/>
        </p:nvSpPr>
        <p:spPr>
          <a:xfrm>
            <a:off x="2028825" y="967651"/>
            <a:ext cx="1226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Measures</a:t>
            </a:r>
            <a:endParaRPr lang="en-IN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1A28F-7A93-759D-7083-61853098C421}"/>
              </a:ext>
            </a:extLst>
          </p:cNvPr>
          <p:cNvSpPr txBox="1"/>
          <p:nvPr/>
        </p:nvSpPr>
        <p:spPr>
          <a:xfrm>
            <a:off x="4714875" y="967651"/>
            <a:ext cx="1651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Columns</a:t>
            </a:r>
            <a:endParaRPr lang="en-IN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E11B7-58F4-BED3-3364-FE08845F7AC6}"/>
              </a:ext>
            </a:extLst>
          </p:cNvPr>
          <p:cNvSpPr txBox="1"/>
          <p:nvPr/>
        </p:nvSpPr>
        <p:spPr>
          <a:xfrm>
            <a:off x="8310199" y="967650"/>
            <a:ext cx="1460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tables</a:t>
            </a:r>
            <a:endParaRPr lang="en-IN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0920C2-81AF-C1A5-8031-899B6F033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360" y="1324210"/>
            <a:ext cx="3475574" cy="10866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0AE163-0886-4391-2BDF-1435919D3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360" y="2388722"/>
            <a:ext cx="3562847" cy="905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EB787C-EBE9-A003-C90A-3D2CB692FBE4}"/>
              </a:ext>
            </a:extLst>
          </p:cNvPr>
          <p:cNvSpPr/>
          <p:nvPr/>
        </p:nvSpPr>
        <p:spPr>
          <a:xfrm>
            <a:off x="4955458" y="2172929"/>
            <a:ext cx="2605548" cy="250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89369C-F61B-CBE2-B195-3DC778B6FD95}"/>
              </a:ext>
            </a:extLst>
          </p:cNvPr>
          <p:cNvSpPr/>
          <p:nvPr/>
        </p:nvSpPr>
        <p:spPr>
          <a:xfrm>
            <a:off x="4955458" y="4478594"/>
            <a:ext cx="2605548" cy="290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3111D-9B9E-5039-5B78-291F4A600D0E}"/>
              </a:ext>
            </a:extLst>
          </p:cNvPr>
          <p:cNvSpPr/>
          <p:nvPr/>
        </p:nvSpPr>
        <p:spPr>
          <a:xfrm>
            <a:off x="4955458" y="2797939"/>
            <a:ext cx="2605548" cy="290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75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BBE0-3981-8931-966B-53907B2E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C6F63-1693-1645-CD4E-DEAA512B5C98}"/>
              </a:ext>
            </a:extLst>
          </p:cNvPr>
          <p:cNvSpPr txBox="1"/>
          <p:nvPr/>
        </p:nvSpPr>
        <p:spPr>
          <a:xfrm>
            <a:off x="2123768" y="294969"/>
            <a:ext cx="2585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Dashboard-1</a:t>
            </a:r>
            <a:endParaRPr lang="en-IN" sz="2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8A674-BCA1-2EE0-425E-CBA9BB87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818189"/>
            <a:ext cx="10284541" cy="55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8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10A4F-BAF7-4ADA-112F-DED23010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33414-8D6E-107E-D02D-D61BFE7D86D2}"/>
              </a:ext>
            </a:extLst>
          </p:cNvPr>
          <p:cNvSpPr txBox="1"/>
          <p:nvPr/>
        </p:nvSpPr>
        <p:spPr>
          <a:xfrm>
            <a:off x="2123768" y="294969"/>
            <a:ext cx="2497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Dashboard-2</a:t>
            </a:r>
            <a:endParaRPr lang="en-IN" sz="2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0380A-1DAA-16FD-9B8B-BF2ACB907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83" y="818189"/>
            <a:ext cx="10373033" cy="554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7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5441-D6B4-9442-ECDC-1D174369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2D8B2-D6F8-1E5A-858F-7E7E7868CE94}"/>
              </a:ext>
            </a:extLst>
          </p:cNvPr>
          <p:cNvSpPr txBox="1"/>
          <p:nvPr/>
        </p:nvSpPr>
        <p:spPr>
          <a:xfrm>
            <a:off x="2123768" y="294969"/>
            <a:ext cx="2458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Dashboard-3</a:t>
            </a:r>
            <a:endParaRPr lang="en-IN" sz="2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95F2D-D1F7-E1AF-A29B-7D6263DB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2" y="897450"/>
            <a:ext cx="10166555" cy="546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76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40771-EE58-5030-98CE-B430BA41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697254-7BE8-B2BA-9875-2C0C7B012B08}"/>
              </a:ext>
            </a:extLst>
          </p:cNvPr>
          <p:cNvSpPr txBox="1"/>
          <p:nvPr/>
        </p:nvSpPr>
        <p:spPr>
          <a:xfrm>
            <a:off x="1981200" y="942975"/>
            <a:ext cx="6399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What is the overall business impact of customer churn?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8BA15-75BB-3DB2-1803-22A4AFEE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1" y="1584591"/>
            <a:ext cx="9399639" cy="1646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4E6684-7D66-23F0-AA95-FF5D9EFFE0D5}"/>
              </a:ext>
            </a:extLst>
          </p:cNvPr>
          <p:cNvSpPr txBox="1"/>
          <p:nvPr/>
        </p:nvSpPr>
        <p:spPr>
          <a:xfrm>
            <a:off x="1573161" y="3429000"/>
            <a:ext cx="10137712" cy="2542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analyzes a total of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7,043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these,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1,869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churned, resulting in a high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26.54%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overall churn rate.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total financial impact of this churn is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$2.86 Million</a:t>
            </a:r>
            <a:r>
              <a:rPr lang="en-US" sz="18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lost lifetime revenue.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average revenue per customer (ARPU) is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$64.76</a:t>
            </a:r>
            <a:r>
              <a:rPr lang="en-US" sz="18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month, indicating a high-value customer 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KPIs establish a clear, multi-million-dollar problem that requires a data-driven solution.</a:t>
            </a:r>
          </a:p>
        </p:txBody>
      </p:sp>
    </p:spTree>
    <p:extLst>
      <p:ext uri="{BB962C8B-B14F-4D97-AF65-F5344CB8AC3E}">
        <p14:creationId xmlns:p14="http://schemas.microsoft.com/office/powerpoint/2010/main" val="311518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2364-7CF4-E373-FEB0-77126483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55AC0-6AAE-0351-FD97-546888A11C7F}"/>
              </a:ext>
            </a:extLst>
          </p:cNvPr>
          <p:cNvSpPr txBox="1"/>
          <p:nvPr/>
        </p:nvSpPr>
        <p:spPr>
          <a:xfrm>
            <a:off x="1848465" y="727587"/>
            <a:ext cx="6125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What are the top statistical drivers that predict churn?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7BDDA-C358-C4A5-3DA9-801B1D2AB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65" y="1183640"/>
            <a:ext cx="4006770" cy="5156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BA1C64-599E-41CA-9C80-33C0C2976310}"/>
              </a:ext>
            </a:extLst>
          </p:cNvPr>
          <p:cNvSpPr txBox="1"/>
          <p:nvPr/>
        </p:nvSpPr>
        <p:spPr>
          <a:xfrm>
            <a:off x="5945567" y="1127697"/>
            <a:ext cx="5685994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model confirms that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type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#1 driver, making a customer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6.32x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more likely to churn if they are "Month-to-month."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add-on services is the next key factor: 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No"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2.14x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TechSupport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No"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2.06x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are the 2nd and 3rd biggest drivers.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type is critical: 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InternetService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Fiber optic" makes a customer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2.89x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more likely to churn.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Billing method is a significant driver: 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PaymentMethod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Electronic check" increases churn likelihood by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2.65x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 provides a clear, prioritized "hit list" of the 5 core problems we need to solve.</a:t>
            </a:r>
          </a:p>
        </p:txBody>
      </p:sp>
    </p:spTree>
    <p:extLst>
      <p:ext uri="{BB962C8B-B14F-4D97-AF65-F5344CB8AC3E}">
        <p14:creationId xmlns:p14="http://schemas.microsoft.com/office/powerpoint/2010/main" val="2505241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5F99-AC2E-F4F5-EA3D-6C5A7FC9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92259-FF33-BDF1-BE47-3F360CB4D74C}"/>
              </a:ext>
            </a:extLst>
          </p:cNvPr>
          <p:cNvSpPr txBox="1"/>
          <p:nvPr/>
        </p:nvSpPr>
        <p:spPr>
          <a:xfrm>
            <a:off x="1848465" y="727587"/>
            <a:ext cx="6545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What is the "red-flag" segment combining our top drivers?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DBF2A-2424-A2D5-96AA-C7C44FD48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662" y="1564329"/>
            <a:ext cx="4763165" cy="1638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41EFD-1164-794A-0FD6-A6A4C6DD0989}"/>
              </a:ext>
            </a:extLst>
          </p:cNvPr>
          <p:cNvSpPr txBox="1"/>
          <p:nvPr/>
        </p:nvSpPr>
        <p:spPr>
          <a:xfrm>
            <a:off x="1847375" y="3406877"/>
            <a:ext cx="1010973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model confirms "Month-to-month" is the #1 churn driver, increasing risk by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6.32x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(0-12m) "Month-to-month" customers are the highest-risk segment, churning at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51.4%.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contracts are the best retention tool, dropping churn to as low as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1.1%.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veteran (4y+) customers are a risk on "Month-to-month" plans, still churning at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22.2%.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proves converting "Month-to-month" customers to 1-year contracts is the top retention strategy.</a:t>
            </a:r>
          </a:p>
        </p:txBody>
      </p:sp>
    </p:spTree>
    <p:extLst>
      <p:ext uri="{BB962C8B-B14F-4D97-AF65-F5344CB8AC3E}">
        <p14:creationId xmlns:p14="http://schemas.microsoft.com/office/powerpoint/2010/main" val="603546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A1AC-7F8A-74F8-4697-BB8BA7EE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CB5781-2ACE-7E41-6093-ACF994E8DDA8}"/>
              </a:ext>
            </a:extLst>
          </p:cNvPr>
          <p:cNvSpPr txBox="1"/>
          <p:nvPr/>
        </p:nvSpPr>
        <p:spPr>
          <a:xfrm>
            <a:off x="1848465" y="727587"/>
            <a:ext cx="5043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Are we losing our most valuable customers?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0875D-0923-536F-F51F-E108F1C5C9D0}"/>
              </a:ext>
            </a:extLst>
          </p:cNvPr>
          <p:cNvSpPr txBox="1"/>
          <p:nvPr/>
        </p:nvSpPr>
        <p:spPr>
          <a:xfrm>
            <a:off x="7128387" y="1307691"/>
            <a:ext cx="4828726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 Optic customers are our most valuable (highest ARPU) but also our highest risk (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41.9%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DSL customers represent a stable, mid-value segment with a moderate 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19%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rate.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"No Internet" customers are our most loyal (</a:t>
            </a:r>
            <a:r>
              <a:rPr lang="en-US" sz="1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7.4%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churn) but also our lowest-value segment.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6EFDB4A-53E3-6ADC-A66A-AD4E2F84D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21" y="1307691"/>
            <a:ext cx="6004364" cy="338029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971E12E-B762-057F-CBFD-F6CBA27E8614}"/>
              </a:ext>
            </a:extLst>
          </p:cNvPr>
          <p:cNvSpPr txBox="1"/>
          <p:nvPr/>
        </p:nvSpPr>
        <p:spPr>
          <a:xfrm>
            <a:off x="1026021" y="4991591"/>
            <a:ext cx="973393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proves we are "losing at the top" by failing to retain our highest-paying Fiber customers.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Fiber churn is the top priority, as it will save both the most customers and the most revenue.</a:t>
            </a:r>
          </a:p>
        </p:txBody>
      </p:sp>
    </p:spTree>
    <p:extLst>
      <p:ext uri="{BB962C8B-B14F-4D97-AF65-F5344CB8AC3E}">
        <p14:creationId xmlns:p14="http://schemas.microsoft.com/office/powerpoint/2010/main" val="532261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D065-197B-E968-DE28-0067265E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8A16E-BDF3-0DBD-66F5-6EE9D9BD465B}"/>
              </a:ext>
            </a:extLst>
          </p:cNvPr>
          <p:cNvSpPr txBox="1"/>
          <p:nvPr/>
        </p:nvSpPr>
        <p:spPr>
          <a:xfrm>
            <a:off x="1848465" y="727587"/>
            <a:ext cx="6452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Which payment methods are costing us the most money?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70692-2962-760F-C895-6353FDF8154E}"/>
              </a:ext>
            </a:extLst>
          </p:cNvPr>
          <p:cNvSpPr txBox="1"/>
          <p:nvPr/>
        </p:nvSpPr>
        <p:spPr>
          <a:xfrm>
            <a:off x="697001" y="3350343"/>
            <a:ext cx="10109738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"Electronic check" is the single largest source of lost revenue, totaling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$1.57M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revenue is lost from "Electronic check" than all other payment methods combined.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payments (Bank transfer &amp; Credit card) together account for a significant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$1.14M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lost revenue.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"Mailed check" is the lowest-risk payment method, contributing only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$0.16M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the total loss.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 clearly identifies "Electronic check" as the top-priority segment for any revenue-saving retention strategy.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522EA3-270F-0ED3-7CE8-27F2F709B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264" y="1127697"/>
            <a:ext cx="8030271" cy="26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8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22E2-633C-BDCA-2B30-30B8761A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61B69E-11CD-5ECC-4BE0-FE8BF8017E52}"/>
              </a:ext>
            </a:extLst>
          </p:cNvPr>
          <p:cNvSpPr txBox="1"/>
          <p:nvPr/>
        </p:nvSpPr>
        <p:spPr>
          <a:xfrm>
            <a:off x="1848465" y="727587"/>
            <a:ext cx="5256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What is the demographic profile of a churner?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EB580B-CD74-32A5-7E57-F43734101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314" y="1106064"/>
            <a:ext cx="6306430" cy="2676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91713-FDB0-A959-61EA-E80A525576C0}"/>
              </a:ext>
            </a:extLst>
          </p:cNvPr>
          <p:cNvSpPr txBox="1"/>
          <p:nvPr/>
        </p:nvSpPr>
        <p:spPr>
          <a:xfrm>
            <a:off x="1632156" y="3429000"/>
            <a:ext cx="10109738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Highest-Risk Segment: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Seniors without Dependents (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43.2%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Safest Segment: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Non-Seniors with Dependents (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15.1%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Retention Factor: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Having "Dependents" cuts the churn rate by almost half for both groups.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Seniority Risk: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Seniors (43.2%) are 1.5x more likely to churn than Non-Seniors (28.1%) when neither has dependents.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Implication: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must treat these four demographic segments with unique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39324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6AE4-D1C7-EC78-0AB4-0426DF242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9F101-BDC8-5111-03B3-DE87276C0014}"/>
              </a:ext>
            </a:extLst>
          </p:cNvPr>
          <p:cNvSpPr txBox="1"/>
          <p:nvPr/>
        </p:nvSpPr>
        <p:spPr>
          <a:xfrm>
            <a:off x="1848465" y="727587"/>
            <a:ext cx="46730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How large is our "High-Risk" population?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D280B-64C1-0A34-D46B-55D5EB5AAABA}"/>
              </a:ext>
            </a:extLst>
          </p:cNvPr>
          <p:cNvSpPr txBox="1"/>
          <p:nvPr/>
        </p:nvSpPr>
        <p:spPr>
          <a:xfrm>
            <a:off x="1632156" y="3429000"/>
            <a:ext cx="1010973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our "Churn Risk" model, we have clearly segmented our entire customer 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24.21% of all customers fall into the "High Risk" category.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translates to approximately 1,705 customers (24.21% of 7,043).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"Low Risk" customers make up the vast majority (75.79%).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powerful insight: we can now focus our retention budget only on the 24.21% that matter, instead of a "spray-and-pray" approach.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0E81F-2CCF-9C62-3A5C-CA09F90A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59" y="1127697"/>
            <a:ext cx="5058481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97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5E2A-3192-9F85-E3CE-6FB3469E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4E8EA-5F8F-D869-E47D-7409ED7524B3}"/>
              </a:ext>
            </a:extLst>
          </p:cNvPr>
          <p:cNvSpPr txBox="1"/>
          <p:nvPr/>
        </p:nvSpPr>
        <p:spPr>
          <a:xfrm>
            <a:off x="1848465" y="727587"/>
            <a:ext cx="6407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What is the exact financial damage from each top driver?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2632D-B54C-961C-55A9-1E8E4A5BCA85}"/>
              </a:ext>
            </a:extLst>
          </p:cNvPr>
          <p:cNvSpPr txBox="1"/>
          <p:nvPr/>
        </p:nvSpPr>
        <p:spPr>
          <a:xfrm>
            <a:off x="1848464" y="4061806"/>
            <a:ext cx="82669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contribute the highest revenue loss among all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without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Security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 a significant second layer of revenue leakage.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 Optic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form a high-value segment with substantial revenue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Support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drives another major block of lost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segments cumulatively build up to the total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₹2.86M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lost due to churn.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A37D14-D49A-5891-0F1A-BC711C04D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64" y="1394434"/>
            <a:ext cx="7573432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82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7BB1-258E-4000-0721-A30A9026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9B9FFD-8060-7E20-9497-CD4FF2F12BBF}"/>
              </a:ext>
            </a:extLst>
          </p:cNvPr>
          <p:cNvSpPr txBox="1"/>
          <p:nvPr/>
        </p:nvSpPr>
        <p:spPr>
          <a:xfrm>
            <a:off x="1848465" y="727587"/>
            <a:ext cx="6582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How much revenue can we save if churn is reduced by X%?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C2B9A-EC36-73EF-3AE0-C0700D48185A}"/>
              </a:ext>
            </a:extLst>
          </p:cNvPr>
          <p:cNvSpPr txBox="1"/>
          <p:nvPr/>
        </p:nvSpPr>
        <p:spPr>
          <a:xfrm>
            <a:off x="1848465" y="3151070"/>
            <a:ext cx="10109738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churn by 5% saves approximately ₹143K.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churn by 10% doubles savings proportionally.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Gauge shows real-time progress toward reduction goal.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slider enables scenario modeling.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helps justify retention budget to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ECCB2-9D3A-BFE5-05B7-C6F56D86D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65" y="1164567"/>
            <a:ext cx="2724530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7A843-2C3B-B6D4-EE86-1B7FD7CE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644" y="1164567"/>
            <a:ext cx="2619741" cy="1476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5CDA4-8591-71DA-042B-4C1A503BA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85" y="1127697"/>
            <a:ext cx="3924848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16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8CE7-8F69-426E-E7C2-8BB85770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B53E65-8A74-B83C-2096-B8AABE1F25AB}"/>
              </a:ext>
            </a:extLst>
          </p:cNvPr>
          <p:cNvSpPr txBox="1"/>
          <p:nvPr/>
        </p:nvSpPr>
        <p:spPr>
          <a:xfrm>
            <a:off x="1848465" y="727587"/>
            <a:ext cx="6986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Which customer segments should we prioritize for retention?</a:t>
            </a:r>
            <a:endParaRPr lang="en-IN" sz="2000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AA41B-E070-1C11-52DE-97558D653343}"/>
              </a:ext>
            </a:extLst>
          </p:cNvPr>
          <p:cNvSpPr txBox="1"/>
          <p:nvPr/>
        </p:nvSpPr>
        <p:spPr>
          <a:xfrm>
            <a:off x="1848465" y="2463024"/>
            <a:ext cx="3559277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1: New + Month-to-Month + No 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2: Fiber Optic + No 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TechSupport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5F802-7BB5-39A8-F09F-C16A4C58F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555" y="1230540"/>
            <a:ext cx="6582697" cy="3493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271BA-9363-1952-7FBB-18D1392AB45C}"/>
              </a:ext>
            </a:extLst>
          </p:cNvPr>
          <p:cNvSpPr txBox="1"/>
          <p:nvPr/>
        </p:nvSpPr>
        <p:spPr>
          <a:xfrm>
            <a:off x="1848465" y="4589888"/>
            <a:ext cx="596818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3: High-Risk Senior Citizens without Dependents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4: Electronic-check users (high churn)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5: High ARPU but High Churn segments</a:t>
            </a:r>
          </a:p>
        </p:txBody>
      </p:sp>
    </p:spTree>
    <p:extLst>
      <p:ext uri="{BB962C8B-B14F-4D97-AF65-F5344CB8AC3E}">
        <p14:creationId xmlns:p14="http://schemas.microsoft.com/office/powerpoint/2010/main" val="3614886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E062-33FE-6428-E9F7-E852F97C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D3E116-5DA4-7B43-B08E-65A957BE9C27}"/>
              </a:ext>
            </a:extLst>
          </p:cNvPr>
          <p:cNvSpPr txBox="1"/>
          <p:nvPr/>
        </p:nvSpPr>
        <p:spPr>
          <a:xfrm>
            <a:off x="1966452" y="914400"/>
            <a:ext cx="9026013" cy="558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Actions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upgrades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1-year/2-year.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Bundle or discount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TechSupport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service experience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 Optic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new customers early with onboarding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high-risk segments based on AI-driven analysis.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churn monthly using predictive insights.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Reduced churn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Increased retention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Higher customer lifetime value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Revenue growth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49542-7FDC-EE49-9F63-12C99446060A}"/>
              </a:ext>
            </a:extLst>
          </p:cNvPr>
          <p:cNvSpPr txBox="1"/>
          <p:nvPr/>
        </p:nvSpPr>
        <p:spPr>
          <a:xfrm>
            <a:off x="1966452" y="442452"/>
            <a:ext cx="3772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Recommendations</a:t>
            </a:r>
            <a:endParaRPr lang="en-IN" sz="2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121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9289-E4AD-2177-148E-E28AC395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BEF3503B-6FEC-8F36-9AA3-F1A526EBB6A9}"/>
              </a:ext>
            </a:extLst>
          </p:cNvPr>
          <p:cNvSpPr/>
          <p:nvPr/>
        </p:nvSpPr>
        <p:spPr>
          <a:xfrm>
            <a:off x="2654710" y="2143432"/>
            <a:ext cx="6518787" cy="1917291"/>
          </a:xfrm>
          <a:prstGeom prst="horizontalScroll">
            <a:avLst/>
          </a:prstGeom>
          <a:solidFill>
            <a:srgbClr val="1223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1A309-F3DD-F86B-66E0-93C87F60F366}"/>
              </a:ext>
            </a:extLst>
          </p:cNvPr>
          <p:cNvSpPr txBox="1"/>
          <p:nvPr/>
        </p:nvSpPr>
        <p:spPr>
          <a:xfrm>
            <a:off x="2900517" y="2330891"/>
            <a:ext cx="6076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9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908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tta Segoe">
      <a:majorFont>
        <a:latin typeface="Segoe UI Semibold"/>
        <a:ea typeface=""/>
        <a:cs typeface=""/>
      </a:majorFont>
      <a:minorFont>
        <a:latin typeface="Segoe U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1306</Words>
  <Application>Microsoft Office PowerPoint</Application>
  <PresentationFormat>Widescreen</PresentationFormat>
  <Paragraphs>137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Ramesh Satta</cp:lastModifiedBy>
  <cp:revision>3</cp:revision>
  <dcterms:created xsi:type="dcterms:W3CDTF">2021-02-16T05:19:01Z</dcterms:created>
  <dcterms:modified xsi:type="dcterms:W3CDTF">2025-11-15T10:43:32Z</dcterms:modified>
</cp:coreProperties>
</file>